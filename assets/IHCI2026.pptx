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astro high school (for a science competition)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7050"/>
            <a:ext cx="121855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tro high school (for a science competition).png"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4994900" y="1266100"/>
            <a:ext cx="7228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).png"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3).png"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4).png" id="105" name="Google Shape;1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5).png"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7).png" id="115" name="Google Shape;1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9).png" id="120" name="Google Shape;1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10).png" id="125" name="Google Shape;1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11).png" id="130" name="Google Shape;1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12).png" id="135" name="Google Shape;1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13).png" id="140" name="Google Shape;1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15).png" id="145" name="Google Shape;1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16).png" id="150" name="Google Shape;15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17).png" id="155" name="Google Shape;15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18).png" id="160" name="Google Shape;1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19).png" id="165" name="Google Shape;1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0).png" id="170" name="Google Shape;17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1).png" id="175" name="Google Shape;17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2).png" id="180" name="Google Shape;1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3).png" id="185" name="Google Shape;1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4).png" id="190" name="Google Shape;19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5).png" id="195" name="Google Shape;19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6).png" id="200" name="Google Shape;2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7).png" id="205" name="Google Shape;2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8).png" id="210" name="Google Shape;21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9) (2) (8).png" id="215" name="Google Shape;21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9) (2) (7).png" id="220" name="Google Shape;22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9) (1).png" id="225" name="Google Shape;22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9) (2).png" id="230" name="Google Shape;23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9) (2) (1).png" id="235" name="Google Shape;23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:fade thruBlk="1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9) (2) (2).png" id="240" name="Google Shape;24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9) (2) (3).png" id="245" name="Google Shape;24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9) (2) (4).png" id="250" name="Google Shape;25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lorful Isopod Rope Network (29) (2) (5).png" id="255" name="Google Shape;25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48" title="astro high school (for a science competition)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7050"/>
            <a:ext cx="121855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